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22CB-F767-53BC-B944-D2783B5AE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47586-2246-FD0F-7796-952FED4EF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3FCF-2ADC-D924-68F8-E01F2F95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771F-4CBE-B73F-CF0E-CC23C110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D9AEF-2DD2-FD62-4EF0-257EA316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44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2D1E-C301-6817-9F60-A604ACDB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8923E-35DA-D904-A5D4-7515173F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22DAC-745E-D85E-3AC6-8AD4AC05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ED5A-9758-6868-96E6-CC9F846D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4871-D80B-8245-5566-A84B8B97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29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57E36-AA96-5C28-2D5D-F94F8820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3B97A-91BE-E714-307B-00DB224BF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199B-5E47-32E2-F8E2-C339EB89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81EFD-D0FB-BE08-17A6-A59239E7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3933-8AA2-1529-08A6-455BC933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06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CCAFB-E087-1438-58E3-A0FE7FDA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356C-8B9E-24A3-9FF7-6D63A6D5A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4FB54-00E8-913B-1AB5-F733C0FE4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0C495-E4AE-5C18-3CD5-A276BA9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FEF9-0CD0-F079-2E42-2125C420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1FA82-7704-EE08-2DFA-3F3B3052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87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6BA5-383D-7C6F-A691-56C6BEB1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0254-7F1A-D8A4-D207-679C77057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2526C-15A3-EC42-5C10-4B2EE338D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18CD0-D92C-E05D-CB29-EDA04B649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32876-465D-16CA-E520-38C708CB4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03793E-3493-0A54-AAF1-46BA83C5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468DD-B1ED-AAAC-F539-796F0D75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A9CEE-092F-9233-2373-E40F98C1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53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20FF-D3AF-A6FD-ED30-A53C7A45C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C05AF-1FAF-8A02-EFE9-8A1BB8D4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F527F2-5FD1-2B19-B48C-B5D034F2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A9C09-323B-5564-C46D-3DDBB2A2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28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72BA1-7EFC-DAC7-BF69-53EB83C5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F9F1F-B490-8577-E023-71FC464F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80A2-30D5-7644-425F-F2D2E65A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96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59BC-1D11-DC47-B93D-7FE016D1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F75DC-8CFA-668C-2201-3AD58D05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14F2C-BC17-2875-EAD1-6603EEDDF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08AA9-5DC8-DD65-9C56-731EEE17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D6E69-2D35-1428-E66A-BF796D73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54F41-37D2-C82A-449D-8310388C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90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96B7-A5BE-F217-0010-A40D8156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684EC-3D4F-FB52-E551-95C3B90C7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E17D6-5585-6445-912B-7097B9E12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55E98-A343-A454-5619-7BDF88CA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DA9F1-F17C-275E-1580-76B1AFC6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D2D19-58DD-5E18-2596-58619487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46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4632-8CA8-55DB-B15C-D955B8EA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F4623-470E-EDAC-47C1-4949AC5BA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936E1-6DBA-22B3-5B4B-DC682DAF3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C24F5-71A9-F57B-2A36-41906181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70A2C-4A9E-4246-9BA8-43F44BEF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3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88A08-3C79-DDDA-70A3-3476CE29F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3C7ED-2E84-FF30-DE90-4488B2F21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D672-BBDF-AF7C-3ABF-F57C22EB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20C60-7E32-CE8E-BA7D-18552214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2EFB-0C70-7054-6E0C-E8BC6B94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0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62B1D-1968-A611-0341-9F7601F6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E40FD-A43B-8273-EE6F-D78F3B51D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F0A2E-1C0E-3521-83B6-D33238378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FE425-F257-4A4B-B991-2AE251E8C18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CD71C-66AF-8719-3085-96DE6CB1E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6DE0A-8095-5518-B928-9EA342E07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56198-C5FE-43A6-BBD8-92BE401B8C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83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20DA9B-8B3A-4B0D-F001-62CB4D65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" t="366" b="-1"/>
          <a:stretch>
            <a:fillRect/>
          </a:stretch>
        </p:blipFill>
        <p:spPr>
          <a:xfrm>
            <a:off x="10786981" y="2572828"/>
            <a:ext cx="1267222" cy="28569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A96723-35FE-E5D2-5C5A-EB57FB260D32}"/>
              </a:ext>
            </a:extLst>
          </p:cNvPr>
          <p:cNvSpPr/>
          <p:nvPr/>
        </p:nvSpPr>
        <p:spPr>
          <a:xfrm>
            <a:off x="10786981" y="4721836"/>
            <a:ext cx="1277361" cy="70792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146583-7DDB-373C-5434-CB7DEF79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267" y="2581156"/>
            <a:ext cx="1895740" cy="1695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5BBEE0-F08F-BB55-A631-71A22FEDB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27" y="4276842"/>
            <a:ext cx="1905879" cy="5924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6A7561-4C3B-035B-56A1-B6D55EE0A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28" y="4881521"/>
            <a:ext cx="1905879" cy="571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62B215-AC12-7930-2890-871D2BA9A0DE}"/>
              </a:ext>
            </a:extLst>
          </p:cNvPr>
          <p:cNvSpPr txBox="1"/>
          <p:nvPr/>
        </p:nvSpPr>
        <p:spPr>
          <a:xfrm>
            <a:off x="8059420" y="4948839"/>
            <a:ext cx="586740" cy="2539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</a:rPr>
              <a:t>CO11</a:t>
            </a:r>
            <a:endParaRPr lang="en-GB" sz="1050" b="1" dirty="0">
              <a:solidFill>
                <a:schemeClr val="bg1"/>
              </a:solidFill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4B33E2E-0FC1-BD42-3B57-323A47A3212D}"/>
              </a:ext>
            </a:extLst>
          </p:cNvPr>
          <p:cNvSpPr/>
          <p:nvPr/>
        </p:nvSpPr>
        <p:spPr>
          <a:xfrm>
            <a:off x="7453288" y="2581156"/>
            <a:ext cx="520700" cy="1695686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144B9-8885-54BF-29ED-B47989AEB3D1}"/>
              </a:ext>
            </a:extLst>
          </p:cNvPr>
          <p:cNvSpPr txBox="1"/>
          <p:nvPr/>
        </p:nvSpPr>
        <p:spPr>
          <a:xfrm>
            <a:off x="6363988" y="3232666"/>
            <a:ext cx="1234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Mirrored</a:t>
            </a:r>
            <a:endParaRPr lang="en-GB" dirty="0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00DB9101-844A-A6EE-CE07-0035F5B44206}"/>
              </a:ext>
            </a:extLst>
          </p:cNvPr>
          <p:cNvSpPr/>
          <p:nvPr/>
        </p:nvSpPr>
        <p:spPr>
          <a:xfrm>
            <a:off x="7502816" y="4319467"/>
            <a:ext cx="491451" cy="1133634"/>
          </a:xfrm>
          <a:prstGeom prst="lef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8CDAE8-33AC-66D4-4F4A-4CF7C6772C87}"/>
              </a:ext>
            </a:extLst>
          </p:cNvPr>
          <p:cNvSpPr txBox="1"/>
          <p:nvPr/>
        </p:nvSpPr>
        <p:spPr>
          <a:xfrm>
            <a:off x="6069457" y="4684595"/>
            <a:ext cx="154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Development</a:t>
            </a:r>
            <a:endParaRPr lang="en-GB" dirty="0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0B001C3-FC90-A003-17DF-684E2E3B4A96}"/>
              </a:ext>
            </a:extLst>
          </p:cNvPr>
          <p:cNvSpPr/>
          <p:nvPr/>
        </p:nvSpPr>
        <p:spPr>
          <a:xfrm>
            <a:off x="10266204" y="4732295"/>
            <a:ext cx="491451" cy="720806"/>
          </a:xfrm>
          <a:prstGeom prst="lef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5E8D88-E417-87FE-04FD-76A4BB58DE7C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9890006" y="4573052"/>
            <a:ext cx="510076" cy="5942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293D9E-81B1-C074-5C85-82BE0F5B825F}"/>
              </a:ext>
            </a:extLst>
          </p:cNvPr>
          <p:cNvCxnSpPr>
            <a:cxnSpLocks/>
          </p:cNvCxnSpPr>
          <p:nvPr/>
        </p:nvCxnSpPr>
        <p:spPr>
          <a:xfrm>
            <a:off x="9853861" y="5092698"/>
            <a:ext cx="448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6BA5A3-729C-94F3-FBED-EBAAB55CCD0C}"/>
              </a:ext>
            </a:extLst>
          </p:cNvPr>
          <p:cNvSpPr txBox="1"/>
          <p:nvPr/>
        </p:nvSpPr>
        <p:spPr>
          <a:xfrm>
            <a:off x="10783055" y="5427678"/>
            <a:ext cx="177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Combined </a:t>
            </a:r>
            <a:endParaRPr lang="en-GB" dirty="0"/>
          </a:p>
        </p:txBody>
      </p:sp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CE6C665E-8259-6288-D82F-134292ED97AA}"/>
              </a:ext>
            </a:extLst>
          </p:cNvPr>
          <p:cNvSpPr/>
          <p:nvPr/>
        </p:nvSpPr>
        <p:spPr>
          <a:xfrm>
            <a:off x="8937066" y="3232666"/>
            <a:ext cx="595367" cy="1451929"/>
          </a:xfrm>
          <a:prstGeom prst="curved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F1D587C8-AACE-7275-7EB9-76AA67C29EF5}"/>
              </a:ext>
            </a:extLst>
          </p:cNvPr>
          <p:cNvSpPr/>
          <p:nvPr/>
        </p:nvSpPr>
        <p:spPr>
          <a:xfrm>
            <a:off x="9022357" y="3862668"/>
            <a:ext cx="595367" cy="1336356"/>
          </a:xfrm>
          <a:prstGeom prst="curved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35E92C5-E257-A6BE-4EDC-390392284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24" y="1341210"/>
            <a:ext cx="6108873" cy="50429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Mirror the NEMO </a:t>
            </a:r>
            <a:r>
              <a:rPr lang="en-US" sz="2400" dirty="0" err="1"/>
              <a:t>src</a:t>
            </a:r>
            <a:r>
              <a:rPr lang="en-US" sz="2400" dirty="0"/>
              <a:t> project </a:t>
            </a:r>
          </a:p>
          <a:p>
            <a:r>
              <a:rPr lang="en-US" sz="2400" dirty="0"/>
              <a:t>CO developments in version branches now tied to NEMO version: CO10 -&gt; 4.2.2, CO11 -&gt; 5.0.1</a:t>
            </a:r>
          </a:p>
          <a:p>
            <a:r>
              <a:rPr lang="en-US" sz="2400" dirty="0"/>
              <a:t>AMM7 and AMM15 will be combined into a single branch, first CO10.</a:t>
            </a:r>
          </a:p>
          <a:p>
            <a:r>
              <a:rPr lang="en-US" sz="2400" dirty="0"/>
              <a:t> Versions to be released and tagged (same as before). CO10.beta.0 will be released to match AMM15 CO10.0. </a:t>
            </a:r>
          </a:p>
          <a:p>
            <a:r>
              <a:rPr lang="en-US" sz="2400" dirty="0"/>
              <a:t>Ideally previous versions/branches are protected so that there is only a single active development branch. </a:t>
            </a:r>
            <a:r>
              <a:rPr lang="en-US" sz="2400" b="1" dirty="0"/>
              <a:t>Question: </a:t>
            </a:r>
            <a:r>
              <a:rPr lang="en-US" sz="2400" dirty="0"/>
              <a:t>what development is left/planned for 4.2.2 AMM15 or AMM7?</a:t>
            </a:r>
          </a:p>
          <a:p>
            <a:r>
              <a:rPr lang="en-US" sz="2400" dirty="0"/>
              <a:t>Development cycle to match NEMO/GOSI (as Daley presented)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GB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0D63CF-9CEB-4568-D7CB-8EE34969BD22}"/>
              </a:ext>
            </a:extLst>
          </p:cNvPr>
          <p:cNvSpPr txBox="1"/>
          <p:nvPr/>
        </p:nvSpPr>
        <p:spPr>
          <a:xfrm>
            <a:off x="2153188" y="447125"/>
            <a:ext cx="7991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Proposition for structure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14054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113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Lambert-Brown</dc:creator>
  <cp:lastModifiedBy>Oliver Lambert-Brown</cp:lastModifiedBy>
  <cp:revision>1</cp:revision>
  <dcterms:created xsi:type="dcterms:W3CDTF">2026-02-19T18:04:57Z</dcterms:created>
  <dcterms:modified xsi:type="dcterms:W3CDTF">2026-02-19T18:22:37Z</dcterms:modified>
</cp:coreProperties>
</file>